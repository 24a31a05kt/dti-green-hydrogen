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DTI - Green Hydrogen EcoBot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An Interactive Chatbot for Sustainable Energy Awareness</a:t>
            </a:r>
          </a:p>
          <a:p>
            <a:r>
              <a:rPr>
                <a:solidFill>
                  <a:srgbClr val="FFFFFF"/>
                </a:solidFill>
              </a:rPr>
              <a:t>Built using Flask &amp; NLTK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EcoBot AI is designed to educate users about Green Hydrogen and renewable energy.</a:t>
            </a:r>
          </a:p>
          <a:p>
            <a:r>
              <a:rPr>
                <a:solidFill>
                  <a:srgbClr val="FFFFFF"/>
                </a:solidFill>
              </a:rPr>
              <a:t>It provides interactive responses using NLP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9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• Promote awareness of Green Hydrogen</a:t>
            </a:r>
          </a:p>
          <a:p>
            <a:r>
              <a:rPr>
                <a:solidFill>
                  <a:srgbClr val="FFFFFF"/>
                </a:solidFill>
              </a:rPr>
              <a:t>• Provide interactive learning</a:t>
            </a:r>
          </a:p>
          <a:p>
            <a:r>
              <a:rPr>
                <a:solidFill>
                  <a:srgbClr val="FFFFFF"/>
                </a:solidFill>
              </a:rPr>
              <a:t>• Use AI for user-friendly communication</a:t>
            </a:r>
          </a:p>
          <a:p>
            <a:r>
              <a:rPr>
                <a:solidFill>
                  <a:srgbClr val="FFFFFF"/>
                </a:solidFill>
              </a:rPr>
              <a:t>• Support sustainability education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6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• Flask (Backend)</a:t>
            </a:r>
          </a:p>
          <a:p>
            <a:r>
              <a:rPr>
                <a:solidFill>
                  <a:srgbClr val="FFFFFF"/>
                </a:solidFill>
              </a:rPr>
              <a:t>• NLTK (Natural Language Processing)</a:t>
            </a:r>
          </a:p>
          <a:p>
            <a:r>
              <a:rPr>
                <a:solidFill>
                  <a:srgbClr val="FFFFFF"/>
                </a:solidFill>
              </a:rPr>
              <a:t>• HTML, CSS, JavaScript (Frontend)</a:t>
            </a:r>
          </a:p>
          <a:p>
            <a:r>
              <a:rPr>
                <a:solidFill>
                  <a:srgbClr val="FFFFFF"/>
                </a:solidFill>
              </a:rPr>
              <a:t>• Animation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9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• Chatbot interaction</a:t>
            </a:r>
          </a:p>
          <a:p>
            <a:r>
              <a:rPr>
                <a:solidFill>
                  <a:srgbClr val="FFFFFF"/>
                </a:solidFill>
              </a:rPr>
              <a:t>• Tokenization &amp; Stemming</a:t>
            </a:r>
          </a:p>
          <a:p>
            <a:r>
              <a:rPr>
                <a:solidFill>
                  <a:srgbClr val="FFFFFF"/>
                </a:solidFill>
              </a:rPr>
              <a:t>• Intent recognition</a:t>
            </a:r>
          </a:p>
          <a:p>
            <a:r>
              <a:rPr>
                <a:solidFill>
                  <a:srgbClr val="FFFFFF"/>
                </a:solidFill>
              </a:rPr>
              <a:t>• Modern animated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User Input → NLP Processing → Intent Matching → Response Generation</a:t>
            </a:r>
          </a:p>
          <a:p>
            <a:r>
              <a:rPr>
                <a:solidFill>
                  <a:srgbClr val="FFFFFF"/>
                </a:solidFill>
              </a:rPr>
              <a:t>Backend handled by Flask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9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1. User enters query</a:t>
            </a:r>
          </a:p>
          <a:p>
            <a:r>
              <a:rPr>
                <a:solidFill>
                  <a:srgbClr val="FFFFFF"/>
                </a:solidFill>
              </a:rPr>
              <a:t>2. Text preprocessing</a:t>
            </a:r>
          </a:p>
          <a:p>
            <a:r>
              <a:rPr>
                <a:solidFill>
                  <a:srgbClr val="FFFFFF"/>
                </a:solidFill>
              </a:rPr>
              <a:t>3. Tokenization &amp; stemming</a:t>
            </a:r>
          </a:p>
          <a:p>
            <a:r>
              <a:rPr>
                <a:solidFill>
                  <a:srgbClr val="FFFFFF"/>
                </a:solidFill>
              </a:rPr>
              <a:t>4. Intent detection</a:t>
            </a:r>
          </a:p>
          <a:p>
            <a:r>
              <a:rPr>
                <a:solidFill>
                  <a:srgbClr val="FFFFFF"/>
                </a:solidFill>
              </a:rPr>
              <a:t>5. Response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• Easy to use</a:t>
            </a:r>
          </a:p>
          <a:p>
            <a:r>
              <a:rPr>
                <a:solidFill>
                  <a:srgbClr val="FFFFFF"/>
                </a:solidFill>
              </a:rPr>
              <a:t>• Educational tool</a:t>
            </a:r>
          </a:p>
          <a:p>
            <a:r>
              <a:rPr>
                <a:solidFill>
                  <a:srgbClr val="FFFFFF"/>
                </a:solidFill>
              </a:rPr>
              <a:t>• Fast responses</a:t>
            </a:r>
          </a:p>
          <a:p>
            <a:r>
              <a:rPr>
                <a:solidFill>
                  <a:srgbClr val="FFFFFF"/>
                </a:solidFill>
              </a:rPr>
              <a:t>• Promotes green energy awareness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• Voice interaction</a:t>
            </a:r>
          </a:p>
          <a:p>
            <a:r>
              <a:rPr>
                <a:solidFill>
                  <a:srgbClr val="FFFFFF"/>
                </a:solidFill>
              </a:rPr>
              <a:t>• Multi-language support</a:t>
            </a:r>
          </a:p>
          <a:p>
            <a:r>
              <a:rPr>
                <a:solidFill>
                  <a:srgbClr val="FFFFFF"/>
                </a:solidFill>
              </a:rPr>
              <a:t>• Integration with real-time data</a:t>
            </a:r>
          </a:p>
          <a:p>
            <a:r>
              <a:rPr>
                <a:solidFill>
                  <a:srgbClr val="FFFFFF"/>
                </a:solidFill>
              </a:rPr>
              <a:t>• Mobile app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EcoBot AI is an innovative solution to spread awareness about sustainable energy.</a:t>
            </a:r>
          </a:p>
          <a:p>
            <a:r>
              <a:rPr>
                <a:solidFill>
                  <a:srgbClr val="FFFFFF"/>
                </a:solidFill>
              </a:rPr>
              <a:t>It combines AI and environmental education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